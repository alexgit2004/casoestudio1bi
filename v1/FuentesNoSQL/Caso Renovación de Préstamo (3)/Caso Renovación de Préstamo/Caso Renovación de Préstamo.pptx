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94" r:id="rId2"/>
  </p:sldIdLst>
  <p:sldSz cx="18288000" cy="10287000"/>
  <p:notesSz cx="18288000" cy="10287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554"/>
    <a:srgbClr val="00B4FA"/>
    <a:srgbClr val="020A46"/>
    <a:srgbClr val="01B4F9"/>
    <a:srgbClr val="00B4F9"/>
    <a:srgbClr val="011654"/>
    <a:srgbClr val="000A5F"/>
    <a:srgbClr val="000C65"/>
    <a:srgbClr val="000443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/>
    <p:restoredTop sz="94671"/>
  </p:normalViewPr>
  <p:slideViewPr>
    <p:cSldViewPr>
      <p:cViewPr varScale="1">
        <p:scale>
          <a:sx n="39" d="100"/>
          <a:sy n="39" d="100"/>
        </p:scale>
        <p:origin x="1284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49" d="100"/>
          <a:sy n="49" d="100"/>
        </p:scale>
        <p:origin x="972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anfranco Palomino" userId="64dcffbf-3ea5-4d29-abfb-066722ffda38" providerId="ADAL" clId="{80F7EDB6-5382-4182-A23C-E2BE44E8D197}"/>
    <pc:docChg chg="modSld">
      <pc:chgData name="Geanfranco Palomino" userId="64dcffbf-3ea5-4d29-abfb-066722ffda38" providerId="ADAL" clId="{80F7EDB6-5382-4182-A23C-E2BE44E8D197}" dt="2024-12-04T00:16:05.322" v="0" actId="1076"/>
      <pc:docMkLst>
        <pc:docMk/>
      </pc:docMkLst>
      <pc:sldChg chg="modSp mod">
        <pc:chgData name="Geanfranco Palomino" userId="64dcffbf-3ea5-4d29-abfb-066722ffda38" providerId="ADAL" clId="{80F7EDB6-5382-4182-A23C-E2BE44E8D197}" dt="2024-12-04T00:16:05.322" v="0" actId="1076"/>
        <pc:sldMkLst>
          <pc:docMk/>
          <pc:sldMk cId="4216120555" sldId="294"/>
        </pc:sldMkLst>
        <pc:spChg chg="mod">
          <ac:chgData name="Geanfranco Palomino" userId="64dcffbf-3ea5-4d29-abfb-066722ffda38" providerId="ADAL" clId="{80F7EDB6-5382-4182-A23C-E2BE44E8D197}" dt="2024-12-04T00:16:05.322" v="0" actId="1076"/>
          <ac:spMkLst>
            <pc:docMk/>
            <pc:sldMk cId="4216120555" sldId="294"/>
            <ac:spMk id="12" creationId="{4189BE23-8582-4B66-9F19-F3413138927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A91538-70D1-412A-87B3-2E160A69F6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8D571-C910-493B-A360-F87D7246DE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43443-6B69-4F79-89C8-BCDF650F0AB5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E0C80-C3F8-4500-90E2-85A4EE079F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C34B5-2018-4FA0-9290-CD74A238F9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DBF14-D2B8-43C4-B49A-05E3AC8558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11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CB12F-A9A3-42A9-B0EE-9C224DB8DA11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F9B48-DD8D-411A-A2E6-8C5CF38845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1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22" y="1015999"/>
            <a:ext cx="16255955" cy="459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15635" y="5691845"/>
            <a:ext cx="16256728" cy="1282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FAFD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AF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5981" y="1020760"/>
            <a:ext cx="16256037" cy="2263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>
            <a:extLst>
              <a:ext uri="{FF2B5EF4-FFF2-40B4-BE49-F238E27FC236}">
                <a16:creationId xmlns:a16="http://schemas.microsoft.com/office/drawing/2014/main" id="{F70677FB-AA8C-4265-B7C6-B75C702C5E39}"/>
              </a:ext>
            </a:extLst>
          </p:cNvPr>
          <p:cNvSpPr txBox="1">
            <a:spLocks/>
          </p:cNvSpPr>
          <p:nvPr/>
        </p:nvSpPr>
        <p:spPr>
          <a:xfrm>
            <a:off x="2206658" y="1437640"/>
            <a:ext cx="10366342" cy="46455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25"/>
              </a:spcBef>
            </a:pP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6000" kern="0" dirty="0">
              <a:solidFill>
                <a:srgbClr val="011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6000" kern="0" dirty="0">
              <a:solidFill>
                <a:srgbClr val="011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72E37F9-C653-46E7-B31F-645D4500B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498280"/>
            <a:ext cx="14313178" cy="939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Renovación de préstamo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4189BE23-8582-4B66-9F19-F34131389270}"/>
              </a:ext>
            </a:extLst>
          </p:cNvPr>
          <p:cNvSpPr txBox="1">
            <a:spLocks/>
          </p:cNvSpPr>
          <p:nvPr/>
        </p:nvSpPr>
        <p:spPr>
          <a:xfrm>
            <a:off x="762000" y="2745378"/>
            <a:ext cx="14313178" cy="549701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Desde varios meses atrás una financiera ha identificado que existe una oportunidad comercial de renovar el préstamo a los clientes. Y esto resulta ser más  exitosos si se llega antes que las financieras competidoras.</a:t>
            </a:r>
          </a:p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ello a partir, de la información histórica de llamadas de renovación de prestamos se quiere identificar el perfil de los clientes más interesados en una renovación.</a:t>
            </a:r>
          </a:p>
          <a:p>
            <a:pPr marL="12700">
              <a:spcBef>
                <a:spcPts val="125"/>
              </a:spcBef>
            </a:pPr>
            <a:endParaRPr lang="es-ES" sz="3200" b="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endParaRPr lang="es-ES" sz="3200" b="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lograr esta labor se ha provisto a los analistas de Marketing información  histórica de 2 meses de ventas vía el </a:t>
            </a:r>
            <a:r>
              <a:rPr lang="es-ES" sz="3200" b="0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información de la entidad financiera de los clientes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6232D9B-53DC-4831-A86A-5EDFFB8AB7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77" t="27314" r="8534" b="30007"/>
          <a:stretch/>
        </p:blipFill>
        <p:spPr>
          <a:xfrm>
            <a:off x="13716000" y="0"/>
            <a:ext cx="4348359" cy="22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120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102</Words>
  <Application>Microsoft Office PowerPoint</Application>
  <PresentationFormat>Personalizado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Renovación de préstamo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  USER-FRIENDLY  MOBILE APP</dc:title>
  <dc:creator>PC</dc:creator>
  <cp:lastModifiedBy>Geanfranco Palomino</cp:lastModifiedBy>
  <cp:revision>29</cp:revision>
  <dcterms:created xsi:type="dcterms:W3CDTF">2020-02-10T17:45:12Z</dcterms:created>
  <dcterms:modified xsi:type="dcterms:W3CDTF">2024-12-04T00:16:14Z</dcterms:modified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LastSaved">
    <vt:filetime>2020-02-10T00:00:00Z</vt:filetime>
  </op:property>
  <op:property fmtid="{D5CDD505-2E9C-101B-9397-08002B2CF9AE}" pid="3" name="KriptosClassAi">
    <vt:lpwstr>1-Privada</vt:lpwstr>
  </op:property>
</op:Properties>
</file>